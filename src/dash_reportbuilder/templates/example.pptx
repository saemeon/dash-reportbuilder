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 b="1">
                <a:solidFill>
                  <a:srgbClr val="2563EB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 b="1">
                <a:solidFill>
                  <a:srgbClr val="2563EB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 b="1">
                <a:solidFill>
                  <a:srgbClr val="2563EB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 b="1">
                <a:solidFill>
                  <a:srgbClr val="2563EB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 b="1">
                <a:solidFill>
                  <a:srgbClr val="2563EB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 b="1">
                <a:solidFill>
                  <a:srgbClr val="2563EB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 b="1">
                <a:solidFill>
                  <a:srgbClr val="2563EB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 b="1">
                <a:solidFill>
                  <a:srgbClr val="2563EB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 b="1">
                <a:solidFill>
                  <a:srgbClr val="2563EB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 b="1">
                <a:solidFill>
                  <a:srgbClr val="2563EB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