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b="1">
                <a:solidFill>
                  <a:srgbClr val="2563EB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b="1">
                <a:solidFill>
                  <a:srgbClr val="2563EB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b="1">
                <a:solidFill>
                  <a:srgbClr val="2563EB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b="1">
                <a:solidFill>
                  <a:srgbClr val="2563EB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b="1">
                <a:solidFill>
                  <a:srgbClr val="2563EB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b="1">
                <a:solidFill>
                  <a:srgbClr val="2563EB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b="1">
                <a:solidFill>
                  <a:srgbClr val="2563EB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b="1">
                <a:solidFill>
                  <a:srgbClr val="2563EB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b="1">
                <a:solidFill>
                  <a:srgbClr val="2563EB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b="1">
                <a:solidFill>
                  <a:srgbClr val="2563EB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000">
                <a:solidFill>
                  <a:srgbClr val="2563EB"/>
                </a:solidFill>
                <a:latin typeface="Calibri"/>
              </a:rPr>
              <a:t>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64748B"/>
                </a:solidFill>
                <a:latin typeface="Calibri"/>
              </a:rPr>
              <a:t>Generated with dash-reportbuilder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